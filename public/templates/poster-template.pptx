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0033CC"/>
    <a:srgbClr val="6666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2" d="100"/>
          <a:sy n="52" d="100"/>
        </p:scale>
        <p:origin x="1800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995312"/>
            <a:ext cx="7344649" cy="4244622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6403623"/>
            <a:ext cx="6480572" cy="2943577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4014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9735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3039537"/>
            <a:ext cx="7452658" cy="507153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8159048"/>
            <a:ext cx="7452658" cy="2666999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757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3245556"/>
            <a:ext cx="3672324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3245556"/>
            <a:ext cx="3672324" cy="77357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60852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649114"/>
            <a:ext cx="7452658" cy="235655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2988734"/>
            <a:ext cx="3655447" cy="1464732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4453467"/>
            <a:ext cx="3655447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2988734"/>
            <a:ext cx="3673450" cy="1464732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4453467"/>
            <a:ext cx="3673450" cy="65503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53379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48080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65052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12800"/>
            <a:ext cx="2786871" cy="284480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1755425"/>
            <a:ext cx="4374386" cy="8664222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657600"/>
            <a:ext cx="2786871" cy="6776156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257678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812800"/>
            <a:ext cx="2786871" cy="2844800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1755425"/>
            <a:ext cx="4374386" cy="8664222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657600"/>
            <a:ext cx="2786871" cy="6776156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87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64000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649111"/>
            <a:ext cx="1863165" cy="1033215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649111"/>
            <a:ext cx="5481484" cy="1033215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74144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649114"/>
            <a:ext cx="7452658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3245556"/>
            <a:ext cx="7452658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1300181"/>
            <a:ext cx="194417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0ECBB-C5AD-40B3-95A5-57F4E1C4B36A}" type="datetimeFigureOut">
              <a:rPr lang="fr-DZ" smtClean="0"/>
              <a:t>10/01/2026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1300181"/>
            <a:ext cx="291625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1300181"/>
            <a:ext cx="194417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69883-866B-40B2-A70C-792B20F7D7E3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40635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108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>
            <a:alpha val="1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EC3D14-454A-C826-095D-2E4959CFEE9F}"/>
              </a:ext>
            </a:extLst>
          </p:cNvPr>
          <p:cNvSpPr/>
          <p:nvPr/>
        </p:nvSpPr>
        <p:spPr>
          <a:xfrm>
            <a:off x="-4" y="0"/>
            <a:ext cx="8640763" cy="1886551"/>
          </a:xfrm>
          <a:prstGeom prst="rect">
            <a:avLst/>
          </a:prstGeom>
          <a:gradFill flip="none" rotWithShape="1">
            <a:gsLst>
              <a:gs pos="56000">
                <a:srgbClr val="009999">
                  <a:alpha val="57000"/>
                </a:srgbClr>
              </a:gs>
              <a:gs pos="0">
                <a:srgbClr val="6666FF">
                  <a:alpha val="21000"/>
                </a:srgbClr>
              </a:gs>
              <a:gs pos="74000">
                <a:srgbClr val="6666FF">
                  <a:alpha val="24000"/>
                </a:srgbClr>
              </a:gs>
              <a:gs pos="100000">
                <a:srgbClr val="009999">
                  <a:alpha val="67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 sz="2268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5856F-EB2D-D5ED-4311-47E4C3FA7D2E}"/>
              </a:ext>
            </a:extLst>
          </p:cNvPr>
          <p:cNvSpPr/>
          <p:nvPr/>
        </p:nvSpPr>
        <p:spPr>
          <a:xfrm rot="10800000">
            <a:off x="-1" y="11621071"/>
            <a:ext cx="8640763" cy="570928"/>
          </a:xfrm>
          <a:prstGeom prst="rect">
            <a:avLst/>
          </a:prstGeom>
          <a:gradFill flip="none" rotWithShape="1">
            <a:gsLst>
              <a:gs pos="56000">
                <a:srgbClr val="009999">
                  <a:alpha val="57000"/>
                </a:srgbClr>
              </a:gs>
              <a:gs pos="0">
                <a:srgbClr val="6666FF">
                  <a:alpha val="21000"/>
                </a:srgbClr>
              </a:gs>
              <a:gs pos="74000">
                <a:srgbClr val="6666FF">
                  <a:alpha val="24000"/>
                </a:srgbClr>
              </a:gs>
              <a:gs pos="100000">
                <a:srgbClr val="009999">
                  <a:alpha val="67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DZ" sz="2268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70856A22-1F8F-EE6D-9C7C-C7C5F8BC9F12}"/>
              </a:ext>
            </a:extLst>
          </p:cNvPr>
          <p:cNvSpPr/>
          <p:nvPr/>
        </p:nvSpPr>
        <p:spPr>
          <a:xfrm>
            <a:off x="81445" y="1360137"/>
            <a:ext cx="1563631" cy="47013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ID: </a:t>
            </a:r>
            <a:endParaRPr lang="fr-DZ" sz="28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B938950-D379-9D4D-B5DB-90E429DF6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681" y="-5569"/>
            <a:ext cx="1669571" cy="1700784"/>
          </a:xfrm>
          <a:prstGeom prst="rect">
            <a:avLst/>
          </a:prstGeom>
        </p:spPr>
      </p:pic>
      <p:sp>
        <p:nvSpPr>
          <p:cNvPr id="43" name="Title 11">
            <a:extLst>
              <a:ext uri="{FF2B5EF4-FFF2-40B4-BE49-F238E27FC236}">
                <a16:creationId xmlns:a16="http://schemas.microsoft.com/office/drawing/2014/main" id="{B3BCD85D-1B20-A517-1580-6418C8CCD0C5}"/>
              </a:ext>
            </a:extLst>
          </p:cNvPr>
          <p:cNvSpPr txBox="1"/>
          <p:nvPr/>
        </p:nvSpPr>
        <p:spPr>
          <a:xfrm>
            <a:off x="1547525" y="177602"/>
            <a:ext cx="5545709" cy="566288"/>
          </a:xfrm>
          <a:prstGeom prst="rect">
            <a:avLst/>
          </a:prstGeom>
        </p:spPr>
        <p:txBody>
          <a:bodyPr lIns="120971" tIns="60485" rIns="120971" bIns="60485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33CC"/>
                </a:solidFill>
                <a:latin typeface="Libre Baskerville" panose="02000000000000000000" pitchFamily="2" charset="0"/>
              </a:rPr>
              <a:t>Enter A title to your scientific work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3F8934-FC1D-701B-D3B8-94D7ED776F68}"/>
              </a:ext>
            </a:extLst>
          </p:cNvPr>
          <p:cNvSpPr/>
          <p:nvPr/>
        </p:nvSpPr>
        <p:spPr>
          <a:xfrm>
            <a:off x="81445" y="59002"/>
            <a:ext cx="1546188" cy="1208158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Logo of your affiliation</a:t>
            </a:r>
            <a:endParaRPr lang="fr-DZ" dirty="0">
              <a:solidFill>
                <a:schemeClr val="tx1"/>
              </a:solidFill>
            </a:endParaRP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DEEBE0A1-9D38-D0D9-7BD1-0487989FA7B2}"/>
              </a:ext>
            </a:extLst>
          </p:cNvPr>
          <p:cNvSpPr txBox="1"/>
          <p:nvPr/>
        </p:nvSpPr>
        <p:spPr>
          <a:xfrm>
            <a:off x="1709082" y="1272694"/>
            <a:ext cx="5062194" cy="570926"/>
          </a:xfrm>
          <a:prstGeom prst="rect">
            <a:avLst/>
          </a:prstGeom>
        </p:spPr>
        <p:txBody>
          <a:bodyPr wrap="square" lIns="96012" tIns="48006" rIns="96012" bIns="48006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0033CC"/>
                </a:solidFill>
                <a:latin typeface="Montserrat Light" panose="00000400000000000000" pitchFamily="50" charset="0"/>
              </a:rPr>
              <a:t>Add Authors </a:t>
            </a:r>
            <a:r>
              <a:rPr lang="en-US" sz="1400" b="1" dirty="0">
                <a:solidFill>
                  <a:srgbClr val="0033CC"/>
                </a:solidFill>
                <a:latin typeface="Montserrat Light" panose="00000400000000000000" pitchFamily="50" charset="0"/>
              </a:rPr>
              <a:t>Names </a:t>
            </a:r>
          </a:p>
          <a:p>
            <a:pPr algn="ctr"/>
            <a:r>
              <a:rPr lang="en-US" sz="1400" b="1" dirty="0">
                <a:solidFill>
                  <a:srgbClr val="0033CC"/>
                </a:solidFill>
                <a:latin typeface="Montserrat Light" panose="00000400000000000000" pitchFamily="50" charset="0"/>
              </a:rPr>
              <a:t>Affiliation, University or Department Names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C73FC-5506-A036-3380-EF6DA45C2DBE}"/>
              </a:ext>
            </a:extLst>
          </p:cNvPr>
          <p:cNvSpPr/>
          <p:nvPr/>
        </p:nvSpPr>
        <p:spPr>
          <a:xfrm>
            <a:off x="81445" y="2005151"/>
            <a:ext cx="4106507" cy="3903818"/>
          </a:xfrm>
          <a:prstGeom prst="rect">
            <a:avLst/>
          </a:prstGeom>
          <a:solidFill>
            <a:schemeClr val="bg1"/>
          </a:solidFill>
          <a:ln w="19050">
            <a:solidFill>
              <a:srgbClr val="0099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80199C6E-B414-40D4-AD96-05E6A02E48C2}"/>
              </a:ext>
            </a:extLst>
          </p:cNvPr>
          <p:cNvSpPr txBox="1"/>
          <p:nvPr/>
        </p:nvSpPr>
        <p:spPr>
          <a:xfrm>
            <a:off x="156370" y="2514023"/>
            <a:ext cx="3322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general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informations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 about your scientific work</a:t>
            </a:r>
          </a:p>
        </p:txBody>
      </p:sp>
      <p:sp>
        <p:nvSpPr>
          <p:cNvPr id="9" name="TextBox 53">
            <a:extLst>
              <a:ext uri="{FF2B5EF4-FFF2-40B4-BE49-F238E27FC236}">
                <a16:creationId xmlns:a16="http://schemas.microsoft.com/office/drawing/2014/main" id="{2492DAB9-4E77-8484-328D-8C7DDABE319A}"/>
              </a:ext>
            </a:extLst>
          </p:cNvPr>
          <p:cNvSpPr txBox="1"/>
          <p:nvPr/>
        </p:nvSpPr>
        <p:spPr>
          <a:xfrm>
            <a:off x="156370" y="2108125"/>
            <a:ext cx="3322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solidFill>
                  <a:srgbClr val="235078"/>
                </a:solidFill>
                <a:latin typeface="Libre Baskerville" panose="02000000000000000000" pitchFamily="2" charset="0"/>
              </a:rPr>
              <a:t>Abstract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A8BA10-0007-68F6-062A-2BDD9297B926}"/>
              </a:ext>
            </a:extLst>
          </p:cNvPr>
          <p:cNvSpPr/>
          <p:nvPr/>
        </p:nvSpPr>
        <p:spPr>
          <a:xfrm>
            <a:off x="81445" y="5994532"/>
            <a:ext cx="4106507" cy="5540976"/>
          </a:xfrm>
          <a:prstGeom prst="rect">
            <a:avLst/>
          </a:prstGeom>
          <a:solidFill>
            <a:schemeClr val="bg1"/>
          </a:solidFill>
          <a:ln w="19050">
            <a:solidFill>
              <a:srgbClr val="0099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11" name="TextBox 52">
            <a:extLst>
              <a:ext uri="{FF2B5EF4-FFF2-40B4-BE49-F238E27FC236}">
                <a16:creationId xmlns:a16="http://schemas.microsoft.com/office/drawing/2014/main" id="{FF3DF75C-1A34-2518-BD3B-BA529D2B385F}"/>
              </a:ext>
            </a:extLst>
          </p:cNvPr>
          <p:cNvSpPr txBox="1"/>
          <p:nvPr/>
        </p:nvSpPr>
        <p:spPr>
          <a:xfrm>
            <a:off x="188799" y="6593885"/>
            <a:ext cx="33224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Describe your protocols, methods and insert images as well as organigrams  </a:t>
            </a:r>
          </a:p>
        </p:txBody>
      </p:sp>
      <p:sp>
        <p:nvSpPr>
          <p:cNvPr id="12" name="TextBox 53">
            <a:extLst>
              <a:ext uri="{FF2B5EF4-FFF2-40B4-BE49-F238E27FC236}">
                <a16:creationId xmlns:a16="http://schemas.microsoft.com/office/drawing/2014/main" id="{D8897467-D639-2705-194D-918A068D8ECD}"/>
              </a:ext>
            </a:extLst>
          </p:cNvPr>
          <p:cNvSpPr txBox="1"/>
          <p:nvPr/>
        </p:nvSpPr>
        <p:spPr>
          <a:xfrm>
            <a:off x="188799" y="6153646"/>
            <a:ext cx="3322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solidFill>
                  <a:srgbClr val="235078"/>
                </a:solidFill>
                <a:latin typeface="Libre Baskerville" panose="02000000000000000000" pitchFamily="2" charset="0"/>
              </a:rPr>
              <a:t>Methodology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2FAF75-35DE-D495-9705-982D18457C99}"/>
              </a:ext>
            </a:extLst>
          </p:cNvPr>
          <p:cNvSpPr/>
          <p:nvPr/>
        </p:nvSpPr>
        <p:spPr>
          <a:xfrm>
            <a:off x="4283728" y="2005151"/>
            <a:ext cx="4237318" cy="5689946"/>
          </a:xfrm>
          <a:prstGeom prst="rect">
            <a:avLst/>
          </a:prstGeom>
          <a:solidFill>
            <a:schemeClr val="bg1"/>
          </a:solidFill>
          <a:ln w="19050">
            <a:solidFill>
              <a:srgbClr val="0099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4" name="TextBox 52">
            <a:extLst>
              <a:ext uri="{FF2B5EF4-FFF2-40B4-BE49-F238E27FC236}">
                <a16:creationId xmlns:a16="http://schemas.microsoft.com/office/drawing/2014/main" id="{6871C24C-3211-76D8-A075-D416FFDBF01F}"/>
              </a:ext>
            </a:extLst>
          </p:cNvPr>
          <p:cNvSpPr txBox="1"/>
          <p:nvPr/>
        </p:nvSpPr>
        <p:spPr>
          <a:xfrm>
            <a:off x="4320381" y="2555960"/>
            <a:ext cx="3488352" cy="521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graphs and images of your results to this section.</a:t>
            </a:r>
          </a:p>
        </p:txBody>
      </p:sp>
      <p:sp>
        <p:nvSpPr>
          <p:cNvPr id="15" name="TextBox 53">
            <a:extLst>
              <a:ext uri="{FF2B5EF4-FFF2-40B4-BE49-F238E27FC236}">
                <a16:creationId xmlns:a16="http://schemas.microsoft.com/office/drawing/2014/main" id="{451CA9E6-99F1-6E16-307B-1BD459DEA824}"/>
              </a:ext>
            </a:extLst>
          </p:cNvPr>
          <p:cNvSpPr txBox="1"/>
          <p:nvPr/>
        </p:nvSpPr>
        <p:spPr>
          <a:xfrm>
            <a:off x="4349997" y="2106712"/>
            <a:ext cx="348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solidFill>
                  <a:srgbClr val="235078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0AE11A-C9BB-89BF-A8C0-99E634ADB4A6}"/>
              </a:ext>
            </a:extLst>
          </p:cNvPr>
          <p:cNvSpPr/>
          <p:nvPr/>
        </p:nvSpPr>
        <p:spPr>
          <a:xfrm>
            <a:off x="4283728" y="7772667"/>
            <a:ext cx="4237318" cy="2205172"/>
          </a:xfrm>
          <a:prstGeom prst="rect">
            <a:avLst/>
          </a:prstGeom>
          <a:solidFill>
            <a:schemeClr val="bg1"/>
          </a:solidFill>
          <a:ln w="19050">
            <a:solidFill>
              <a:srgbClr val="0099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7" name="TextBox 52">
            <a:extLst>
              <a:ext uri="{FF2B5EF4-FFF2-40B4-BE49-F238E27FC236}">
                <a16:creationId xmlns:a16="http://schemas.microsoft.com/office/drawing/2014/main" id="{61C833E0-A612-2EE8-290D-1FB40EDDF02D}"/>
              </a:ext>
            </a:extLst>
          </p:cNvPr>
          <p:cNvSpPr txBox="1"/>
          <p:nvPr/>
        </p:nvSpPr>
        <p:spPr>
          <a:xfrm>
            <a:off x="4349997" y="8330494"/>
            <a:ext cx="3488352" cy="521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18" name="TextBox 53">
            <a:extLst>
              <a:ext uri="{FF2B5EF4-FFF2-40B4-BE49-F238E27FC236}">
                <a16:creationId xmlns:a16="http://schemas.microsoft.com/office/drawing/2014/main" id="{63588D33-D185-46BF-B2A1-A1E76F7FAEF3}"/>
              </a:ext>
            </a:extLst>
          </p:cNvPr>
          <p:cNvSpPr txBox="1"/>
          <p:nvPr/>
        </p:nvSpPr>
        <p:spPr>
          <a:xfrm>
            <a:off x="4349997" y="7852814"/>
            <a:ext cx="348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solidFill>
                  <a:srgbClr val="235078"/>
                </a:solidFill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277BD3-FFAA-1390-AB5B-FCA7F626D02F}"/>
              </a:ext>
            </a:extLst>
          </p:cNvPr>
          <p:cNvSpPr/>
          <p:nvPr/>
        </p:nvSpPr>
        <p:spPr>
          <a:xfrm>
            <a:off x="4270910" y="10063402"/>
            <a:ext cx="4250136" cy="1472106"/>
          </a:xfrm>
          <a:prstGeom prst="rect">
            <a:avLst/>
          </a:prstGeom>
          <a:solidFill>
            <a:schemeClr val="bg1"/>
          </a:solidFill>
          <a:ln w="19050">
            <a:solidFill>
              <a:srgbClr val="0099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9" name="TextBox 52">
            <a:extLst>
              <a:ext uri="{FF2B5EF4-FFF2-40B4-BE49-F238E27FC236}">
                <a16:creationId xmlns:a16="http://schemas.microsoft.com/office/drawing/2014/main" id="{7A2B4027-3064-F814-8A0C-B9627F93B34F}"/>
              </a:ext>
            </a:extLst>
          </p:cNvPr>
          <p:cNvSpPr txBox="1"/>
          <p:nvPr/>
        </p:nvSpPr>
        <p:spPr>
          <a:xfrm>
            <a:off x="4381141" y="10495104"/>
            <a:ext cx="4042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[1]: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authours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 Light" panose="000004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, title, journal, Volume, Year.</a:t>
            </a:r>
          </a:p>
        </p:txBody>
      </p:sp>
      <p:sp>
        <p:nvSpPr>
          <p:cNvPr id="20" name="TextBox 53">
            <a:extLst>
              <a:ext uri="{FF2B5EF4-FFF2-40B4-BE49-F238E27FC236}">
                <a16:creationId xmlns:a16="http://schemas.microsoft.com/office/drawing/2014/main" id="{70DFE561-8739-EBE0-7E9C-77E01E652427}"/>
              </a:ext>
            </a:extLst>
          </p:cNvPr>
          <p:cNvSpPr txBox="1"/>
          <p:nvPr/>
        </p:nvSpPr>
        <p:spPr>
          <a:xfrm>
            <a:off x="4424143" y="10123223"/>
            <a:ext cx="3488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dirty="0">
                <a:solidFill>
                  <a:srgbClr val="235078"/>
                </a:solidFill>
                <a:latin typeface="Libre Baskerville" panose="02000000000000000000" pitchFamily="2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374023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81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Libre Baskerville</vt:lpstr>
      <vt:lpstr>Montserrat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35</cp:revision>
  <dcterms:created xsi:type="dcterms:W3CDTF">2026-01-10T18:08:04Z</dcterms:created>
  <dcterms:modified xsi:type="dcterms:W3CDTF">2026-01-10T23:09:45Z</dcterms:modified>
</cp:coreProperties>
</file>